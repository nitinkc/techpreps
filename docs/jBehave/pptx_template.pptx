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2E74B5"/>
                </a:solidFill>
              </a:rPr>
              <a:t>Template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i="1">
                <a:solidFill>
                  <a:srgbClr val="555555"/>
                </a:solidFill>
              </a:rPr>
              <a:t>Template subtitle (placeholder)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2E74B5"/>
                </a:solidFill>
              </a:rPr>
              <a:t>Content Slide (template)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>
                <a:solidFill>
                  <a:srgbClr val="333333"/>
                </a:solidFill>
              </a:rPr>
              <a:t>• Bullet 1 (template)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Bullet 2 (template)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